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686800" y="6217920"/>
            <a:ext cx="457200" cy="182880"/>
          </a:xfrm>
          <a:prstGeom prst="rect">
            <a:avLst/>
          </a:prstGeom>
          <a:solidFill>
            <a:srgbClr val="0F3C78"/>
          </a:solidFill>
          <a:ln/>
        </p:spPr>
      </p:sp>
      <p:sp>
        <p:nvSpPr>
          <p:cNvPr id="3" name="Shape 1"/>
          <p:cNvSpPr/>
          <p:nvPr/>
        </p:nvSpPr>
        <p:spPr>
          <a:xfrm>
            <a:off x="0" y="0"/>
            <a:ext cx="9144000" cy="137160"/>
          </a:xfrm>
          <a:prstGeom prst="rect">
            <a:avLst/>
          </a:prstGeom>
          <a:solidFill>
            <a:srgbClr val="E6394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F3C78"/>
          </a:solidFill>
          <a:ln/>
        </p:spPr>
      </p:sp>
      <p:sp>
        <p:nvSpPr>
          <p:cNvPr id="3" name="Text 1"/>
          <p:cNvSpPr/>
          <p:nvPr/>
        </p:nvSpPr>
        <p:spPr>
          <a:xfrm>
            <a:off x="3200400" y="1828800"/>
            <a:ext cx="5486400" cy="1371600"/>
          </a:xfrm>
          <a:prstGeom prst="rect">
            <a:avLst/>
          </a:prstGeom>
          <a:noFill/>
          <a:ln/>
        </p:spPr>
        <p:txBody>
          <a:bodyPr wrap="square" rtlCol="0" anchor="ctr"/>
          <a:lstStyle/>
          <a:p>
            <a:pPr indent="0" marL="0">
              <a:buNone/>
            </a:pPr>
            <a:r>
              <a:rPr lang="en-US" sz="3600" b="1" dirty="0">
                <a:solidFill>
                  <a:srgbClr val="0F3C78"/>
                </a:solidFill>
                <a:latin typeface="Arial" pitchFamily="34" charset="0"/>
                <a:ea typeface="Arial" pitchFamily="34" charset="-122"/>
                <a:cs typeface="Arial" pitchFamily="34" charset="-120"/>
              </a:rPr>
              <a:t>Cummins Presentation</a:t>
            </a:r>
            <a:endParaRPr lang="en-US" sz="3600" dirty="0"/>
          </a:p>
        </p:txBody>
      </p:sp>
      <p:sp>
        <p:nvSpPr>
          <p:cNvPr id="4" name="Text 2"/>
          <p:cNvSpPr/>
          <p:nvPr/>
        </p:nvSpPr>
        <p:spPr>
          <a:xfrm>
            <a:off x="3200400" y="3200400"/>
            <a:ext cx="5486400" cy="457200"/>
          </a:xfrm>
          <a:prstGeom prst="rect">
            <a:avLst/>
          </a:prstGeom>
          <a:noFill/>
          <a:ln/>
        </p:spPr>
        <p:txBody>
          <a:bodyPr wrap="square" rtlCol="0" anchor="ctr"/>
          <a:lstStyle/>
          <a:p>
            <a:pPr indent="0" marL="0">
              <a:buNone/>
            </a:pPr>
            <a:r>
              <a:rPr lang="en-US" sz="1800" dirty="0">
                <a:solidFill>
                  <a:srgbClr val="2A7DE1"/>
                </a:solidFill>
                <a:latin typeface="Arial" pitchFamily="34" charset="0"/>
                <a:ea typeface="Arial" pitchFamily="34" charset="-122"/>
                <a:cs typeface="Arial" pitchFamily="34" charset="-120"/>
              </a:rPr>
              <a:t>Prepared for: Cummins</a:t>
            </a:r>
            <a:endParaRPr lang="en-US" sz="1800" dirty="0"/>
          </a:p>
        </p:txBody>
      </p:sp>
      <p:sp>
        <p:nvSpPr>
          <p:cNvPr id="5" name="Text 3"/>
          <p:cNvSpPr/>
          <p:nvPr/>
        </p:nvSpPr>
        <p:spPr>
          <a:xfrm>
            <a:off x="3200400" y="3657600"/>
            <a:ext cx="5486400" cy="457200"/>
          </a:xfrm>
          <a:prstGeom prst="rect">
            <a:avLst/>
          </a:prstGeom>
          <a:noFill/>
          <a:ln/>
        </p:spPr>
        <p:txBody>
          <a:bodyPr wrap="square" rtlCol="0" anchor="ctr"/>
          <a:lstStyle/>
          <a:p>
            <a:pPr indent="0" marL="0">
              <a:buNone/>
            </a:pPr>
            <a:r>
              <a:rPr lang="en-US" sz="1600" dirty="0">
                <a:solidFill>
                  <a:srgbClr val="666666"/>
                </a:solidFill>
                <a:latin typeface="Arial" pitchFamily="34" charset="0"/>
                <a:ea typeface="Arial" pitchFamily="34" charset="-122"/>
                <a:cs typeface="Arial" pitchFamily="34" charset="-120"/>
              </a:rPr>
              <a:t>Industry: technology</a:t>
            </a:r>
            <a:endParaRPr lang="en-US" sz="1600" dirty="0"/>
          </a:p>
        </p:txBody>
      </p:sp>
      <p:sp>
        <p:nvSpPr>
          <p:cNvPr id="6" name="Text 4"/>
          <p:cNvSpPr/>
          <p:nvPr/>
        </p:nvSpPr>
        <p:spPr>
          <a:xfrm>
            <a:off x="3200400" y="5029200"/>
            <a:ext cx="5486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Created: 4/6/2025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outline and executive summary tailored for a pitch meeting with Cummins, focusing on Google Maps integration. Sales Presentation Outline: Google Maps Integration for Cummins This outline provides a structure for a comprehensive sales presentation.  Remember to tailor the content to the specific individuals you're presenting to at Cummins. I. Introduction (2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Headline:  "Powering Cummins' Future: Enhanced Efficiency and Customer Experience Through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Your Company Introduction: (Keep it brief and impactful)</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"Good morning/afternoon, [Name] from [Your Company]. We are a leading provider of [Your Company's Specialization - e.g., location-based solutions, enterprise software integration, etc.] with a proven track record of helping technology-driven companies like Cummins leverage the power of location intelligence."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Acknowledge Cummins' Leadership:</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recognize Cummins' commitment to innovation and its position as a global leader in power solutions. We're excited to discuss how we can help you further enhance your operations and customer experience."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Agenda: Briefly outline the topics to be covered (Executive Summary points).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II. Understanding Cummins' Needs (3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Recap of Cummins' Objectives: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"As we understand it, Cummins is looking to seamlessly integrate Google Maps into [Specific Cummins Systems/Applications - e.g., field service management, logistics platform, customer support portal] to [Specific Goals - e.g., improve technician dispatch efficiency, optimize delivery routes, provide real-time equipment location to customers]."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Open-Ended Questions (Engage the Audience):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"To ensure we're aligned, can you elaborate on the specific challenges you're hoping to address with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"What are your key performance indicators (KPIs) for this project?"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"What existing systems will this integration need to work with?"</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III. Our Solution: Google Maps Integration for Cummins (10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Overview of Our Google Maps Integration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solution provides a comprehensive and scalable approach to integrating Google Maps into your existing infrastructure. We focus on [Key Differentiators - e.g., seamless integration, custom development, data security, real-time updates]."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Features and Benefits: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Field Service Management: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"Optimize technician dispatch with real-time traffic data and intelligent routing, reducing travel time and fuel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"Enable technicians to access equipment location and service history directly within the Google Maps interface."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"Provide customers with accurate ETAs and real-time tracking of service vehicles."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Logistics and Supply Chain Optimization: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"Optimize delivery routes based on real-time traffic conditions, reducing delivery times and improving efficiency."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"Track equipment and parts in transit, providing greater visibility into the supply chain."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"Geofencing capabilities to monitor equipment location and prevent theft."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Customer Experience: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"Provide customers with a self-service portal to track equipment location and service status."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"Offer location-based services, such as nearby service center locator and equipment rental options."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 communication with customers through real-time notifications and alerts."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Technology Stack and Integration Approach:</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utilize [Specific Technologies - e.g., Google Maps Platform APIs, RESTful APIs, cloud-based infrastructure] to ensure a robust and scalable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integration approach is designed to minimize disruption to your existing systems and processes."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offer flexible deployment options, including cloud-based, on-premise, and hybrid solutions."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Visual Demonstrations (Screenshots, Mockups, or Live Demo):</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Show examples of how the integrated solution would look and function within Cummins' existing systems.  Focus on the user experience.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IV. Case Studies and Success Stories (5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Relevant Case Studies: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"We've successfully implemented similar Google Maps integration solutions for other companies in the [Relevant Industry - e.g., industrial equipment, manufacturing, logistics] sector."</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"For example, we helped [Client Name] reduce their field service costs by [Percentage] and improve customer satisfaction by [Percentage] through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Focus on Quantifiable Results: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Highlight the specific benefits and ROI achieved by other clients.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 Implementation Plan and Timeline (3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Phased Approach:</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implementation plan follows a phased approach, starting with [Phase 1 - e.g., requirements gathering and system design] and culminating in [Phase 3 - e.g., full deployment and ongoing support]."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Timeline: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estimate that the entire implementation process will take [Number] weeks/months."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Milestones: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Highlight key milestones and deliverables.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 Pricing and ROI (3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Transparent Pricing: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pricing is based on [Pricing Model - e.g., subscription, one-time fee, usage-based] and includes [What's Included - e.g., implementation, training, support]."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ROI Projections: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"Based on our experience and your specific requirements, we project that you can achieve a [Percentage] return on investment within [Timeframe] through [Specific Benefits - e.g., reduced fuel costs, improved technician productivity, increased customer satisfaction]."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Value Proposition: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"The value of our solution extends beyond cost savings to include improved operational efficiency, enhanced customer experience, and a competitive advantage in the market."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VII. Q&amp;A (5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Open the floor for questions from the Cummins team.</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 prepared to answer technical, business, and financial questions.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VIII. Next Steps (2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Call to Action: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propose scheduling a follow-up meeting to discuss your specific requirements in more detail and develop a customized solution for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Offer a Proposal:</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will also prepare a detailed proposal outlining our solution, implementation plan, and pricing."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Express Enthusiasm:</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are confident that our Google Maps integration solution can help Cummins achieve its business objectives and further solidify its position as a leader in the power solutions industry."</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1/12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Problem Statement</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content outline, focusing specifically on the problem statement section tailored for Cummins, addressing their Google Maps integration needs. Sales Presentation Content Outline: Addressing Cummins' Google Maps Integration Needs This outline focuses heavily on the problem statement, as requested, but also provides a framework for a complete presentation.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Introduction (2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Headline: Empowering Cummins with Seamless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Your Company Introduction: (Briefly introduce your company, highlighting relevant experience in location services, API integration, and the technology industry.  Quantify your successes with similar clients.)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Example: "For over [Number] years, [Your Company Name] has been a leader in providing cutting-edge location-based solutions to the technology sector. We've helped companies like [Competitor 1] and [Competitor 2] improve their operational efficiency by [Quantifiable Result, e.g., reducing delivery times by 15%]."</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Agenda: Briefly outline the presentation's structure.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"Today, we'll discuss the challenges Cummins faces with its current mapping solutions, demonstrate how our integrated Google Maps solution can address those challenges, and outline the next steps for a successful partnership."</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Understanding Cummins' Needs (3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Reiterate Understanding:  Demonstrate you've listened to their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understand that seamless Google Maps integration is a key priority for Cummins. You've highlighted the need for [Specific feature 1, e.g., real-time asset tracking], [Specific feature 2, e.g., optimized route planning], and [Specific feature 3, e.g., enhanced customer service through location-based information]."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Confirmation Question:  "To ensure we're aligned, are there any other critical aspects of Google Maps integration that are top-of-mind for you?" (This allows for immediate clarification and adjustments.)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Problem Statement (5 minutes - Key Focus Area)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Headline: The Challenges of Inefficient Mapping Solutions: Impacting Cummins' Performance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Introduction: "We've identified several key challenges that companies like Cummins face when their mapping solutions aren't fully integrated or optimized. These challenges can directly impact operational efficiency, customer satisfaction, and ultimately, the bottom line."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Problem 1: Inefficient Asset Tracking &amp; Management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Description: "Without a fully integrated Google Maps solution, tracking and managing your assets (vehicles, equipment, etc.) can be cumbersome and inefficient.  Relying on disparate systems leads to data silos, delayed response times, and increased operational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Impact on Cummins: "This can translate to delays in service delivery, difficulty in optimizing resource allocation, and increased fuel consumption due to inefficient routing.  Specifically, [mention a specific Cummins product or service] could be impacted by [specific negative consequence]."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Example: "Imagine a scenario where a critical piece of equipment breaks down in a remote location. Without real-time, integrated mapping, dispatching the nearest technician and providing accurate ETAs becomes significantly more challenging."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Problem 2: Suboptimal Route Planning &amp; Navigation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Description: "Current routing solutions may not be leveraging the full power of Google Maps' real-time traffic data, resulting in suboptimal routes, increased travel times, and higher fuel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Impact on Cummins: "This impacts your service technicians, delivery drivers, and potentially even your customers.  Inefficient routes lead to missed deadlines, increased operational expenses, and reduced customer satisfaction.  For example, [mention a specific Cummins product or service] could experience [specific negative consequence] due to inefficient routing."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Example: "Consider the impact on your field service operations.  If technicians are consistently taking longer routes due to outdated traffic information, it reduces the number of service calls they can complete each day, impacting revenue and customer satisfaction."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Problem 3: Limited Location-Based Customer Service Capabilities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Description: "Without integrated Google Maps, providing customers with accurate location-based information (e.g., real-time ETAs, service technician location) becomes difficult, leading to frustration and a diminished customer experience."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Impact on Cummins: "This can negatively impact customer loyalty and brand reputation.  Customers expect real-time visibility and accurate information.  Failing to provide this can lead to dissatisfaction and potentially lost business.  Specifically, [mention a specific Cummins product or service] could suffer from [specific negative consequence] due to poor location-based customer service."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Example: "Imagine a customer waiting for a service technician.  Without real-time tracking and accurate ETAs, they're left in the dark, leading to frustration and potentially negative reviews."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Problem 4: Difficulty Integrating with Existing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Description: "Integrating disparate systems with Google Maps can be complex and time-consuming, requiring significant development effort and potentially leading to compatibility issues."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Impact on Cummins: "This can strain your IT resources, delay implementation timelines, and increase overall project costs.  The lack of seamless integration hinders data flow and prevents you from leveraging the full potential of Google Maps."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Example: "If your CRM, ERP, and asset management systems aren't seamlessly integrated with Google Maps, it creates data silos and prevents you from gaining a holistic view of your operations."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Transition: "These challenges highlight the need for a comprehensive and integrated Google Maps solution.  Let's explore how [Your Company Name] can help Cummins overcome these obstacles."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Solution Overview (5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Headline: [Your Company Name]'s Integrated Google Maps Solution: A Powerful Engine for Cummins' Success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Features &amp; Benefits: (Specifically address the problems outlined above)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Real-Time Asset Tracking: "Our solution provides real-time visibility into the location of all your assets, enabling you to optimize resource allocation, improve response times, and reduce operational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Intelligent Route Optimization: "Leveraging Google Maps' advanced routing algorithms and real-time traffic data, our solution optimizes routes for efficiency, reducing travel times, fuel consumption, and emissions."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Customer Service: "Empower your customers with real-time ETAs, service technician tracking, and location-based information, improving satisfaction and loyalty."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Seamless Integration: "Our solution seamlessly integrates with your existing systems (CRM, ERP, asset management), ensuring data consistency and maximizing the value of your investment."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Visuals:  Show screenshots or a brief demo of your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Case Studies &amp; Social Proof (3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Headline: Proven Success: Helping Companies Like Cummins Thrive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Present 1-2 relevant case studies: Focus on companies in the technology industry or those with similar operational challenges.  Quantify the results achieved.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helped [Client Name] reduce their delivery times by [Percentage] and improve customer satisfaction by [Percentage] by implementing our integrated Google Maps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Call to Action &amp; Next Steps (2 minutes)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Headline: Partnering for Success: The Next Steps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Call to Action: "We propose a [Specific Action, e.g., pilot project, in-depth demo, workshop] to further demonstrate the value of our solution and tailor it to Cummins' specific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Timeline: "We can schedule this within the next [Number] weeks."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Contact Information: Provide clear contact information for follow-up.</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Considerations for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Focus on their specific products and services:  Mention specific Cummins products or services that would benefit from the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Quantify the benefits:  Use numbers and metrics to demonstrate the potential ROI.</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Address their concerns:  Anticipate potential objections and address them proactively.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Tailor the presentation:  Customize the content to reflect Cummins' specific needs and priorities.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Use visuals:  Use high-quality images and graphics to illustrate your points.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Practice your delivery:  Rehearse the presentation to ensure a smooth and confident delivery.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By focusing on the specific pain points related to Google Maps integration and demonstrating a clear understanding of Cummins' business, you can create a compelling sales presentation that resonates with their needs and drives them towards a successful partnership. Good luck!</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2/12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Solution Overview</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content outline, focusing on a solution overview for Cummins, specifically addressing their interest in Google Maps integration. This is designed to be concise, professional, and tailored to their needs. `markdown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Problem: Cummins faces challenges in optimizing logistics, service dispatch, and asset tracking, leading to potential inefficiencies and increased operational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Solution: We propose a seamless Google Maps integration into your existing systems, providing real-time visibility, intelligent routing, and enhanced decision-making capabilities.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Value Proposition: This integration will drive significant improvements in operational efficiency, reduce costs, and enhance customer satisfaction.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Call to Action: Schedule a follow-up meeting to discuss a customized implementation plan and ROI projections.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Acknowledging Cummins' Leadership: We recognize Cummins' position as a technology leader in the power solutions industry and understand your commitment to innovation and operational excellence.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Addressing Specific Pain Points (Based on Pre-Meeting Discovery):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Logistics Optimization: Improving route planning for parts delivery and service technicians.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Service Dispatch Efficiency: Reducing response times and optimizing technician allocation based on location and expertise.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Asset Tracking &amp; Management: Enhancing visibility and control over mobile assets (e.g., generators, equipment).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Focus on Google Maps Integration: We understand your specific interest in leveraging the power of Google Maps to address these challenges.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This section details the proposed Google Maps integration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Real-Time Location Tracking: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Visualize the location of service vehicles, equipment, and personnel on a dynamic Google Maps interface.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Utilize GPS data from existing telematics systems or mobile devices.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Intelligent Route Optimization: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Leverage Google Maps' routing algorithms to optimize routes for service calls, deliveries, and other field operations.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Consider real-time traffic conditions, road closures, and other factors to minimize travel time and fuel consumption.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Geofencing &amp; Alerts: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Define virtual boundaries (geofences) around critical locations (e.g., customer sites, warehouses).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Receive automated alerts when assets or personnel enter or exit these geofenced areas.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Address Autocompletion &amp; Validation: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Integrate Google Maps' address autocompletion and validation features to improve data accuracy and reduce errors.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Customizable Map Layers: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Overlay custom data layers on the map to visualize key performance indicators (KPIs), customer locations, or other relevant information.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Seamless Integration: Our solution is designed for seamless integration with your existing CRM, ERP, and telematics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API-Driven Architecture: We utilize a robust API-driven architecture to ensure compatibility and scalability.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 Security: We prioritize data security and adhere to industry best practices to protect your sensitive information.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Integration Points (Examples - to be tailored based on Cummins' existing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CRM (e.g., Salesforce, SAP): Integrate with your CRM to display customer locations and service history on the map.</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ERP (e.g., SAP, Oracle): Integrate with your ERP to track inventory and optimize delivery routes.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Telematics Systems (e.g., Geotab, Samsara): Integrate with your existing telematics systems to access real-time GPS data.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Google Maps Platform: Leveraging the full suite of Google Maps APIs (e.g., Maps JavaScript API, Directions API, Geocoding API).</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[Your Company's] Integration Platform: Utilizing our proprietary integration platform for seamless data flow and system connectivity. (Replace with your actual platform)</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Cloud-Based Infrastructure: Hosted on a secure and scalable cloud infrastructure (e.g., AWS, Azure, Google Cloud).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Operational Efficiency: Streamlined logistics, optimized service dispatch, and reduced travel time.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Reduced Costs: Lower fuel consumption, decreased maintenance costs, and improved resource utilization.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Customer Satisfaction: Faster response times, more accurate ETAs, and improved service quality.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Data-Driven Decision Making: Real-time visibility into operations and improved reporting capabilities.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Competitive Advantage: Leveraging cutting-edge technology to stay ahead of the competition.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Schedule a Follow-Up Meeting: To discuss a customized implementation plan and ROI projections.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Detailed Requirements Gathering: To understand your specific needs and system requirements.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Proof of Concept (Optional): To demonstrate the value of our solution in a real-world environment.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Open the floor for questions and address any concerns.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Important Considerations: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Tailor to Cummins: This is a template.  You must* research Cummins thoroughly and customize the content with specific examples and data relevant to their operations.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Visuals:  This is just the text.  A strong presentation will include compelling visuals (screenshots, diagrams, maps) to illustrate the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Quantifiable Results:  Whenever possible, quantify the benefits.  For example, instead of "Reduced Costs," say "Reduce fuel costs by 15%."</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Team Introduction:  Briefly introduce your team and their relevant expertise.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Practice:  Rehearse the presentation thoroughly to ensure a smooth and confident delivery.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Listen:  Pay close attention to Cummins' questions and feedback.  Be prepared to adapt your presentation based on their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Pricing:  Avoid discussing pricing in the initial solution overview.  Save that for a later stage after you've gathered more detailed requirements.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Case Studies: If you have relevant case studies of similar Google Maps integrations for other technology or industrial companies, include a brief mention.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Technical Depth: Be prepared to answer technical questions about the integration process, data security, and scalability.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This detailed outline provides a solid foundation for your sales presentation. Remember to adapt it based on your specific knowledge of Cummins and their needs. Good luck!</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3/12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Benefits &amp; Value Proposition</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content outline, focusing on Google Maps integration and tailored for Cummins, a technology-focused company. This outline includes specific details for each section, designed to be professional, concise, and impactful. `markdown A Proposal for Enhanced Efficiency and Customer Experience</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4/12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Key Features &amp; Capabilities</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content outline, focusing on the key features section tailored for Cummins, emphasizing Google Maps integration, and designed for a concise and professional pitch meeting.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Headline: Empowering Cummins with Seamless Google Maps Integration for Enhanced Operational Efficiency and Customer Experience.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Briefly introduce your company: [Your Company Name] is a leading provider of location intelligence solutions, specializing in integrating cutting-edge technology to optimize business operations.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Problem Statement (briefly): Cummins faces challenges in [mention a specific challenge related to location data, e.g., optimizing service routes, tracking assets in real-time, providing accurate location-based information to customers].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Solution Overview: We offer a tailored Google Maps integration solution that addresses these challenges, driving efficiency, improving customer satisfaction, and providing valuable data insights.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Benefit:  Reduced operational costs, improved customer service, and data-driven decision-making through enhanced location intelligence.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Acknowledge Cummins' Industry Leadership: We recognize Cummins' position as a technology leader in the power solutions industry.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Reiterate Understanding of Objectives: Our understanding is that Cummins seeks to seamlessly integrate Google Maps into [mention specific applications, e.g., your service platform, asset tracking system, customer portal] to:</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 the efficiency of service technician dispatch and routing.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Provide customers with real-time visibility into equipment location and performance.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Optimize logistics and supply chain operations.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Show you've done your research: "We've analyzed Cummins' current [mention a relevant system or process] and identified key areas where Google Maps integration can deliver significant improvements."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This section is the core of your pitch.  Focus on benefits, not just features.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Headline:  Unlocking the Power of Location: Key Features for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Feature 1: Real-Time Asset Tracking &amp; Geofencing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Description: Integrate Google Maps to provide real-time location tracking of Cummins' assets (e.g., generators, engines, equipment) on a dynamic map interface.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 to Cummins:  Enhanced asset security, reduced risk of loss or theft, and improved inventory management.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Detail:  Implement geofencing capabilities to trigger alerts when assets enter or leave designated areas, enabling proactive monitoring and response.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Technology Highlight: Leverages Google Maps Platform's Geolocation API and Geofencing API for accurate and reliable tracking.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Feature 2: Optimized Service Routing &amp; Dispatch</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Description:  Utilize Google Maps' routing capabilities to optimize service technician routes, minimizing travel time and fuel consumption.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 to Cummins:  Reduced operational costs, increased service technician productivity, and faster response times for customers.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Detail:  Integrate real-time traffic data from Google Maps to dynamically adjust routes and avoid delays.  Consider factors like technician skill sets and equipment availability for optimal dispatch.</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Technology Highlight:  Employs Google Maps Directions API and Distance Matrix API for efficient route planning and optimization.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Feature 3: Enhanced Customer Experience with Location-Based Services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Description:  Embed Google Maps into Cummins' customer portal to provide customers with real-time visibility into equipment location, service status, and estimated arrival times.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 to Cummins:  Improved customer satisfaction, increased transparency, and reduced customer support inquiries.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Detail:  Offer interactive maps with customizable layers to display relevant information, such as service history, maintenance schedules, and performance data.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Technology Highlight:  Utilizes Google Maps JavaScript API for seamless integration into web and mobile applications.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Feature 4: Data-Driven Insights &amp; Analytics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Description:  Leverage Google Maps data to generate valuable insights into operational efficiency, customer behavior, and market trends.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 to Cummins:  Improved decision-making, optimized resource allocation, and identification of new business opportunities.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Detail:  Create custom dashboards to visualize key performance indicators (KPIs) related to location data, such as service response times, asset utilization rates, and customer density.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Technology Highlight:  Integrates with Google BigQuery for scalable data storage and analysis.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Feature 5: Seamless Integration with Existing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Description:  Our solution is designed for seamless integration with Cummins' existing CRM, ERP, and other enterprise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 to Cummins:  Minimal disruption to existing workflows, reduced implementation time, and maximized return on investment.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Detail:  We offer a flexible API that allows for easy data exchange between our solution and Cummins' internal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Technology Highlight:  Supports industry-standard data formats and protocols for seamless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High-level overview:  A secure, scalable, and reliable architecture leveraging Google Cloud Platform (GCP) and industry best practices.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components:  Google Maps Platform APIs, Google Cloud Functions, Google BigQuery (for analytics), secure data storage.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Security:  Emphasis on data security and compliance with industry regulations.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Phased approach:  A structured implementation plan with clear milestones and deliverables.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Collaboration:  Close collaboration with Cummins' IT team throughout the implementation process.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Training &amp; Support:  Comprehensive training and ongoing support to ensure successful adoption.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Timeline:  [Provide a realistic timeline for implementation].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Transparent pricing model:  A clear and competitive pricing model based on usage and features.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Quantifiable ROI:  Demonstrate the potential ROI through reduced operational costs, improved customer satisfaction, and increased revenue.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Example: "Based on our analysis, Cummins can expect to see a [X]% reduction in service routing costs and a [Y]% increase in customer satisfaction within the first year."</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Next steps:  Schedule a follow-up meeting to discuss specific requirements and develop a customized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Offer:  Offer a free pilot program or proof-of-concept to demonstrate the value of the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Express Enthusiasm:  "We are confident that our Google Maps integration solution can significantly benefit Cummins, and we are excited to partner with you on this project."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Important Considerations for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Scalability:  Emphasize the scalability of the solution to accommodate Cummins' growing business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Security:  Address Cummins' security concerns and highlight the security measures in place to protect sensitive data.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Integration:  Demonstrate the ease of integration with Cummins' existing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Industry Expertise:  Showcase your company's experience in working with companies in the technology or related industries.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By tailoring your presentation to Cummins' specific needs and highlighting the benefits of Google Maps integration, you can increase your chances of securing this valuable engagement. Good luck!</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5/12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Case Studies &amp; Success Stories</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outline tailored for Cummins, focusing on Google Maps integration, formatted in Markdown, and including relevant case studies: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Good morning/afternoon, [Name of Cummins Contact Person(s)]. Thank you for the opportunity to present how [Your Company Name] can help Cummins leverage the power of Google Maps to optimize your operations and drive innovation.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[Your Company Name] understands the critical role technology plays in Cummins' success. We specialize in [Your Company's Specialization - e.g., enterprise software solutions, location-based services, data analytics] and have a proven track record of helping technology leaders like yourselves achieve significant ROI through strategic integrations.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Today, we'll focus on how a seamless Google Maps integration can address your specific needs and objectives, particularly in [Mention specific area of Cummins' business where Google Maps integration is relevant, e.g., logistics, field service, asset tracking].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key objective is to demonstrate how we can help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 operational efficiency through real-time location data.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 decision-making with insightful geospatial analytics.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Elevate customer experience with location-aware services.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(Briefly reiterate understanding of Cummins' needs based on previous conversations.)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understand Cummins is looking to integrate Google Maps to [Specifically mention Cummins' stated goals, e.g., improve fleet tracking, optimize service routes, enhance supply chain visibility].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You're aiming to [Mention specific KPIs Cummins wants to improve, e.g., reduce fuel consumption, decrease response times, improve customer satisfaction scores].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(Ask a clarifying question to ensure alignment.) "To ensure we're on the same page, can you briefly elaborate on the biggest challenges you're currently facing in [Specific area of Cummins' business] that you believe Google Maps integration can address?"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[Your Company Name]'s solution provides a comprehensive Google Maps integration tailored to Cummins' specific requirements.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Features: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Real-time Asset Tracking:  Visualize the location of your vehicles, equipment, and personnel on a dynamic Google Maps interface.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Optimized Routing &amp; Navigation:  Leverage Google Maps' advanced routing algorithms to minimize travel time, fuel consumption, and operational costs.  Consider real-time traffic data, road closures, and preferred routes.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Geofencing &amp; Alerts:  Define virtual boundaries and receive automated alerts when assets enter or exit designated areas.  This is crucial for security, compliance, and operational control.</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 Visualization &amp; Analytics:  Overlay critical business data onto the map to gain actionable insights.  Analyze historical movement patterns, identify bottlenecks, and optimize resource allocation.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Customizable Dashboards &amp; Reporting:  Create personalized dashboards to track key performance indicators (KPIs) and generate reports to monitor progress and identify areas for improvement.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Seamless Integration with Existing Systems:  Our solution integrates seamlessly with Cummins' existing ERP, CRM, and other enterprise systems to ensure data consistency and eliminate data silos.  (Mention specific systems if known).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Mobile Accessibility:  Empower field personnel with mobile access to real-time location data, optimized routes, and critical information on their smartphones and tablets.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Benefits for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Increased Efficiency: Streamlined operations, reduced travel time, and optimized resource allocation.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Reduced Costs: Lower fuel consumption, decreased maintenance expenses, and improved asset utilization.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Customer Service: Faster response times, more accurate ETAs, and enhanced communication.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Security: Real-time asset tracking and geofencing capabilities to protect valuable assets.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Data-Driven Decision Making: Actionable insights from geospatial analytics to optimize operations and improve performance.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understand the importance of seeing tangible results. Here are a few examples of how we've helped similar companies in the technology sector leverage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Case Study 1: [Competitor A - e.g., A Large Logistics Company]: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Challenge:  Inefficient delivery routes, high fuel costs, and limited visibility into driver locations.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Solution:  Implemented a Google Maps-based routing and dispatch system with real-time traffic updates and driver tracking.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Results:  Reduced fuel costs by 15%, improved on-time delivery rates by 20%, and increased driver productivity by 10%.</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Case Study 2: [Competitor B - e.g., A Field Service Management Company]: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Challenge:  Difficulty scheduling technicians efficiently, long response times, and poor customer satisfaction.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Solution:  Integrated Google Maps with their field service management software to optimize technician routes, provide accurate ETAs, and enable real-time communication with customers.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Results:  Decreased average response time by 25%, improved customer satisfaction scores by 18%, and increased technician utilization by 12%.</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Case Study 3: [Competitor C - e.g., A Supply Chain Management Company]: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Challenge:  Lack of real-time visibility into the location of goods in transit, leading to delays and increased risk of loss or damage.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Solution:  Implemented a Google Maps-based tracking system that provided real-time location updates, geofencing alerts, and temperature monitoring.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Results:  Reduced transit times by 10%, decreased loss and damage claims by 20%, and improved supply chain visibility by 30%.</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These examples demonstrate the potential of Google Maps integration to drive significant improvements in efficiency, cost savings, and customer satisfaction. We believe Cummins can achieve similar results with our tailored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integration approach is designed for seamless compatibility with Cummins' existing infrastructure.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Technical Aspects: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API Integration: We utilize Google Maps Platform APIs to ensure a robust and scalable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 Security: We adhere to the highest security standards to protect Cummins' sensitive data.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Scalability: Our solution is designed to scale with Cummins' growing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Customization: We can customize the integration to meet Cummins' specific requirements.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Integration with [Mention specific Cummins systems if known, e.g., SAP, Oracle, Salesforce]: We have experience integrating with a variety of enterprise systems and will ensure a smooth and seamless integration with Cummins' existing infrastructure.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will work closely with Cummins' IT team to ensure a successful implementation.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implementation process is structured and efficient, designed to minimize disruption to Cummins' operations.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Phases: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1: Discovery &amp; Planning (2 weeks):  Detailed requirements gathering, system analysis, and solution design.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2: Development &amp; Configuration (4-6 weeks):  Software development, system configuration, and data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3: Testing &amp; Validation (2 weeks):  Thorough testing to ensure functionality, performance, and security.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4: Deployment &amp; Training (1 week):  System deployment, user training, and ongoing support.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will provide regular progress updates and maintain open communication throughout the implementation process.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pricing model is transparent and competitive, based on [Mention pricing model, e.g., subscription, one-time fee, usage-based].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completion.chunk on the potential for:</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Reduced operational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efficiency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customer satisfaction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can work with Cummins to develop a detailed ROI analysis based on your specific business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believe that [Your Company Name] is the ideal partner to help Cummins leverage the power of Google Maps to achieve your business objectives.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next steps are to:</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Schedule a follow-up meeting to discuss your specific requirements in more detail.</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Provide a customized proposal outlining our solution, pricing, and implementation plan.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Answer any questions you may have.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Thank you for your time and consideration. We look forward to the opportunity to work with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Open the floor for questions from the Cummins team. Be prepared to answer questions about technical details, implementation, pricing, and support.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Important Considerations: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Customize:  This is a template.  Replace the bracketed information with specific details relevant to Cummins and your company.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Visuals:  Use visuals (slides) to support your presentation.  Include maps, charts, and graphs to illustrate your points.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Practice:  Rehearse your presentation to ensure a smooth and confident delivery.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Know Your Audience: Research the individuals attending the meeting and tailor your presentation to their specific roles and interests.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 Prepared for Objections: Anticipate potential objections and prepare thoughtful responses.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Focus on Value:  Throughout the presentation, emphasize the value that your solution will bring to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Follow Up:  Send a thank-you note and follow up on any outstanding questions or requests.</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6/12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Competitive Differentiation</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outline tailored for Cummins, focusing on Google Maps integration and highlighting competitive differentiation. For: Cummins Date: October 26, 2023 Presented by: [Your Company Name]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Problem: Cummins faces challenges in optimizing logistics, service dispatch, and asset tracking, potentially leading to inefficiencies and increased operational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Solution: [Your Company Name] offers a tailored Google Maps integration solution designed to streamline Cummins' operations, improve real-time visibility, and enhance decision-making.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Value Proposition: We will deliver a robust, scalable, and secure Google Maps integration that directly addresses Cummins' specific needs, resulting in improved efficiency, reduced costs, and enhanced customer satisfaction.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Call to Action: We propose a pilot project to demonstrate the tangible benefits of our solution within a specific Cummins operational area.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Acknowledging Cummins' Leadership: We recognize Cummins' position as a technology leader in the power solutions industry.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Addressing Key Challenges (Based on Initial Discussions):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Optimizing routing and dispatch for service technicians to minimize downtime.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Real-time tracking of assets (e.g., generators, engines) for improved security and maintenance scheduling.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Enhancing supply chain visibility for efficient parts delivery and inventory management.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Improving customer service through accurate location-based information and estimated arrival times.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Focus on Google Maps Integration: We understand Cummins' specific interest in leveraging Google Maps for enhanced location-based services.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Core Features: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Real-Time Asset Tracking: Integrate Google Maps API to provide a live view of Cummins' assets, including location, status, and performance data.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 Proactive maintenance, reduced downtime, and improved asset security.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Intelligent Routing and Dispatch: Optimize service technician routes based on real-time traffic conditions, job priority, and technician availability.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 Reduced travel time, increased service efficiency, and faster response times.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Geofencing and Alerts: Define virtual boundaries around critical locations (e.g., customer sites, warehouses) and receive alerts when assets or personnel enter or exit these areas.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 Enhanced security, improved compliance, and automated workflow triggers.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 Visualization and Analytics: Leverage Google Maps data to create insightful dashboards and reports, providing valuable insights into operational performance.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 Data-driven decision-making, identification of bottlenecks, and continuous improvement.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Customizable Mapping Layers: Overlay Cummins-specific data (e.g., service history, equipment specifications) onto Google Maps for a comprehensive view of assets and operations.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 Improved situational awareness, faster problem resolution, and enhanced collaboration.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Technology Stack:</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Leveraging Google Maps Platform APIs (e.g., Maps JavaScript API, Directions API, Geocoding API).</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Integration with Cummins' existing systems (e.g., CRM, ERP, IoT platforms) via secure APIs.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Scalable cloud infrastructure to handle large volumes of data and user traffic.</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Security: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 encryption in transit and at rest.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Role-based access control to protect sensitive information.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Compliance with industry security standards (e.g., SOC 2, GDPR).</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Deep Expertise in Google Maps Integration: We have a proven track record of successfully implementing Google Maps solutions for leading technology companies. We understand the intricacies of the Google Maps Platform and can navigate its complexities effectively.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Industry-Specific Knowledge: We possess a strong understanding of the technology industry and the unique challenges faced by companies like Cummins. We tailor our solutions to meet your specific needs and requirements.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Focus on Business Outcomes: We are not just a technology provider; we are a strategic partner committed to delivering measurable business results. We work closely with Cummins to define key performance indicators (KPIs) and track progress towards achieving your goals.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Agile Development Methodology: We use an agile development approach, allowing us to quickly adapt to changing requirements and deliver value incrementally. This ensures that the solution aligns with Cummins' evolving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Dedicated Support and Maintenance: We provide ongoing support and maintenance to ensure the long-term success of the Google Maps integration. Our team is available to address any issues and provide timely assistance.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Differentiation Points for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Advanced Geofencing Capabilities: Unlike basic geofencing solutions, we offer dynamic geofencing that adapts based on real-time data and predictive analytics, allowing Cummins to proactively manage asset security and optimize service routes. This is crucial for protecting high-value equipment and ensuring timely service delivery.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Predictive Maintenance Integration: We can integrate Google Maps data with Cummins' existing predictive maintenance systems to optimize maintenance schedules based on asset location, usage patterns, and environmental factors. This reduces downtime and extends the lifespan of Cummins' equipment.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Customizable Mapping Layers for Cummins Products: We can create custom mapping layers that display specific information about Cummins' products, such as engine specifications, service history, and performance data. This provides technicians with a comprehensive view of the equipment they are servicing, enabling them to diagnose and resolve issues more quickly.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Integration with Cummins' Telematics Data: We can seamlessly integrate Google Maps with Cummins' existing telematics data to provide a unified view of asset location, performance, and operational data. This eliminates data silos and enables more informed decision-making.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[Company A - Similar Industry]: Briefly describe a successful Google Maps integration project for a company in a similar industry, highlighting the key benefits achieved (e.g., reduced costs, improved efficiency, enhanced customer satisfaction).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[Company B - Logistics Focus]: Briefly describe a successful Google Maps integration project for a company with logistics challenges, highlighting the key benefits achieved (e.g., optimized routing, improved delivery times, reduced fuel consumption).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1: Discovery and Planning: Conduct a thorough assessment of Cummins' existing systems and requirements.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2: Design and Development: Develop a customized Google Maps integration solution based on Cummins' specific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3: Testing and Deployment: Rigorously test the solution and deploy it to a pilot group of users.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4: Training and Support: Provide comprehensive training and ongoing support to ensure successful adoption.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Timeline: [Provide a realistic timeline for each phase of the implementation plan.]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Pricing Model: [Clearly outline the pricing model (e.g., subscription-based, usage-based, fixed price).]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Return on Investment (ROI): Quantify the potential ROI of the Google Maps integration, including: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Reduced operational costs (e.g., fuel consumption, maintenance expenses).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Increased service efficiency (e.g., faster response times, improved first-time fix rates).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customer satisfaction (e.g., improved delivery times, accurate location information).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asset utilization (e.g., reduced downtime, extended lifespan).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Pilot Project Proposal: We propose a pilot project to demonstrate the tangible benefits of our Google Maps integration solution within a specific Cummins operational area.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Next Steps: Schedule a follow-up meeting to discuss the pilot project in more detail and answer any questions.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Contact Information: [Provide your contact information.]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Thank you for your time and consideration. We look forward to the opportunity to partner with Cummins to enhance your operations with advanced Google Maps integration.</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7/12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Implementation Approach</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content outline, tailored for Cummins, focusing on Google Maps integration, with a specific implementation approach section. `markdown A Proposal for Seamless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Problem: Cummins faces challenges in [Specifically mention Cummins' challenges related to location data - e.g., optimizing service routes, tracking assets in real-time, improving customer support response times, etc.  Research Cummins' specific pain points]. This leads to inefficiencies, increased costs, and potentially reduced customer satisfaction.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Solution: We propose a seamless Google Maps integration into your existing [Mention Cummins' relevant systems - e.g., CRM, ERP, Field Service Management platform, etc.] to provide real-time location intelligence, optimized routing, and enhanced operational visibility.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Value Proposition: This integration will empower Cummins to:</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Reduce operational costs through optimized routing and resource allocation.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 customer satisfaction with faster response times and accurate ETAs.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Gain real-time visibility into asset locations and performance.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 data-driven decision-making with location-based analytics.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Why Us? [Your Company Name] has a proven track record of successful Google Maps integrations for technology companies like Cummins. We understand the unique challenges and opportunities in your industry and offer a tailored solution to meet your specific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Understand: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Cummins' commitment to innovation and technological advancement.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The importance of efficient operations and optimized resource utilization in the technology sector.</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The need for real-time data and actionable insights to drive strategic decisions.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Specifically, we've heard your interest in: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Integrating Google Maps into [Mention the specific system Cummins mentioned].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Improving [Mention the specific area Cummins wants to improve - e.g., service technician dispatch, asset tracking, supply chain visibility, etc.].</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Solution Addresses: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[Reiterate how the Google Maps integration will directly address the specific needs and pain points mentioned by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Features: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Real-time Asset Tracking: Monitor the location of your [Mention specific assets - e.g., service vehicles, equipment, inventory] in real-time on a dynamic Google Maps interface.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Optimized Routing &amp; Navigation: Generate the most efficient routes for service technicians, delivery drivers, and other field personnel, considering real-time traffic conditions and road closures.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Geofencing: Define virtual boundaries around specific locations (e.g., customer sites, warehouses) and trigger alerts when assets enter or exit these areas.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Address Autocompletion &amp; Geocoding: Ensure accurate address entry and convert addresses into precise geographic coordinates for mapping and analysis.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Customizable Map Layers: Overlay custom data layers onto the map to visualize key performance indicators (KPIs), customer locations, and other relevant information.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Integration with [Mention Cummins' Existing Systems]: Seamlessly integrate Google Maps data with your existing CRM, ERP, and other systems to create a unified view of your operations.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Benefits: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Increased Efficiency: Streamline operations and reduce travel time with optimized routing.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Customer Service: Provide accurate ETAs and faster response times.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Visibility: Gain real-time insights into asset locations and performance.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Reduced Costs: Optimize resource allocation and minimize fuel consumption.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Data-Driven Decision Making: Leverage location-based analytics to identify trends and improve performance.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1: Discovery &amp; Planning (2 Weeks)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Detailed requirements gathering workshops with Cummins stakeholders.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Assessment of existing systems and data infrastructure.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Development of a comprehensive integration plan and project timeline.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Definition of key performance indicators (KPIs) to measure success.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2: Development &amp; Configuration (4-6 Weeks)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Configuration of Google Maps APIs and SDKs.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Development of custom integrations with [Mention Cummins' specific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Implementation of geofencing, routing, and other key features.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Rigorous testing and quality assurance.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3: Deployment &amp; Training (1-2 Weeks)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Deployment of the integrated solution to a pilot group of users.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Comprehensive training for Cummins employees on how to use the new system.</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Ongoing support and maintenance.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4: Monitoring &amp; Optimization (Ongoing)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Continuous monitoring of system performance and data accuracy.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Regular updates and enhancements to the integration based on user feedback and evolving business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Performance reporting against agreed-upon KPIs.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to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will leverage our experience with similar technology companies to ensure a smooth and efficient integration process.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will prioritize integration with Cummins' existing [Mention specific systems again] to minimize disruption and maximize value.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will provide dedicated project management and technical support throughout the entire engagement.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will ensure the solution is scalable and adaptable to Cummins' future growth and evolving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Pricing Model: [Clearly outline your pricing model - e.g., fixed price, time and materials, subscription-based].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Return on Investment (ROI):</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[Quantify the potential ROI for Cummins based on the benefits outlined earlier.  Use specific numbers and examples.  For example: "Based on our analysis, Cummins can expect to see a 15% reduction in fuel costs, a 20% improvement in service technician response times, and a 10% increase in customer satisfaction within the first year of implementation."].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[Provide a detailed breakdown of the cost savings and revenue gains that Cummins can expect to achieve].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[Include relevant case studies and testimonials from other technology companies that have benefited from your Google Maps integration services].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[Highlight the specific results that these companies have achieved].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Schedule a follow-up meeting to discuss your specific requirements in more detail.</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Provide a customized proposal based on your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Begin the implementation process and start realizing the benefits of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Open the floor for questions from the Cummins team.</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Thank you for your time and consideration. We look forward to partnering with Cummins to power your future with enhanced location intelligence.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Considerations for Customization: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Research Cummins Thoroughly:  The more you know about Cummins' specific operations, challenges, and technology stack, the more compelling your presentation will be.  Use their website, annual reports, press releases, and industry news to gather information.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Quantify the Benefits:  Don't just say "improve efficiency."  Say "improve efficiency by X%," and back it up with data and reasoning.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Focus on Cummins' Specific Needs:  Tailor the language and examples to resonate with Cummins' business.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Visuals:  Use compelling visuals (screenshots, diagrams, maps) to illustrate your points.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Practice Your Delivery:  Rehearse your presentation to ensure a smooth and confident delivery.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 Prepared for Questions:  Anticipate potential questions from the Cummins team and have well-thought-out answers ready.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Follow Up:  Send a thank-you note and a summary of the key takeaways from the meeting.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By tailoring this outline to Cummins' specific needs and presenting it in a clear and concise manner, you'll significantly increase your chances of success. Good luck!</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8/12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Project Timeline</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content outline tailored for Cummins, focusing on Google Maps integration, formatted in Markdown. For: Cummins Date: October 26, 2023 Presented by: [Your Company Name]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Problem: Cummins, a leader in the technology industry, can further optimize its operations by leveraging real-time location data and advanced mapping capabilities.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Solution: [Your Company Name] proposes a seamless Google Maps integration to enhance [mention specific areas like logistics, service dispatch, asset tracking, etc.].</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Value Proposition: This integration will result in improved efficiency, reduced operational costs, enhanced customer service, and data-driven decision-making.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Call to Action: We request your approval to proceed with the proposed project, outlined in the following sections.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Acknowledging Cummins' Leadership: We recognize Cummins' position as a technology leader and understand the importance of innovation and efficiency in your operations.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Addressing Specific Pain Points (Based on Initial Discussions):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Logistics Optimization: Improving route planning and delivery times for parts and equipment.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Service Dispatch Efficiency: Streamlining the dispatch of service technicians to customer locations.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Asset Tracking &amp; Management: Real-time visibility into the location and status of Cummins' assets.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Data-Driven Insights: Leveraging location data to identify trends and optimize resource allocation.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Understanding: We understand that integrating Google Maps will provide real-time location data, optimized routing, and geofencing capabilities, all crucial for Cummins' operational excellence.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Overview: We propose a comprehensive Google Maps integration tailored to Cummins' specific needs. This includes: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Real-Time Location Tracking: Integrating Google Maps API to track vehicles, equipment, and personnel in real-time.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Optimized Routing &amp; Navigation: Utilizing Google Maps' routing algorithms to optimize routes for delivery, service calls, and other operations.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Geofencing Capabilities: Implementing geofences to monitor asset movement and trigger alerts based on location.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 Visualization &amp; Analytics: Creating interactive dashboards to visualize location data and gain actionable insights.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Integration with Existing Systems: Seamlessly integrating Google Maps data with Cummins' existing CRM, ERP, and other relevant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Features &amp; Benefits: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Dispatch Efficiency: Reduce response times and optimize technician routes.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Asset Security: Monitor asset location and receive alerts for unauthorized movement.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Reduced Fuel Costs: Optimize routes to minimize fuel consumption.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Customer Satisfaction: Provide accurate ETAs and real-time updates to customers.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Data-Driven Decision Making: Identify trends and optimize resource allocation based on location data.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Technology Stack:</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Google Maps Platform (Maps JavaScript API, Directions API, Geocoding API, Geolocation API)</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[Your Company's] Custom Integration Layer (built with [mention specific technologies like Python, Node.js, etc.])</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Secure Cloud Infrastructure (e.g., AWS, Azure, Google Cloud)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1: Discovery &amp; Planning (2 Weeks)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Detailed requirements gathering and system analysis.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Finalize integration architecture and data mapping.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Establish project communication protocols.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Deliverable: Detailed Project Plan &amp; Technical Specification Document.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2: Development &amp; Integration (6 Weeks)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Develop custom integration components.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Integrate Google Maps APIs with Cummins' existing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Implement geofencing and real-time tracking functionalities.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Deliverable: Functional Google Maps Integration Prototype.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3: Testing &amp; Quality Assurance (2 Weeks)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Comprehensive testing of all features and functionalities.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User acceptance testing (UAT) with Cummins' stakeholders.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Bug fixing and performance optimization.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Deliverable: Fully Tested and Optimized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Phase 4: Deployment &amp; Training (2 Weeks)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Deployment of the integrated solution to production environment.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User training and documentation.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Ongoing support and maintenance.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Deliverable: Deployed Google Maps Integration &amp; User Training Materials.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Total Project Duration: 12 Weeks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Milestones: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Week 2: Project Plan Approval</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Week 8: Prototype Demonstration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Week 10: UAT Completion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Week 12: Go-Live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[Your Company Name] Overview: Briefly introduce your company and its experience in Google Maps integration and related technologies.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Relevant Experience: Highlight past projects and successes in similar industries or with similar integrations.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Team Members: Introduce key team members and their relevant expertise (e.g., Project Manager, Software Architect, Google Maps API Specialist).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Commitment to Quality: Emphasize your company's commitment to delivering high-quality solutions and providing excellent customer service.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Detailed Cost Breakdown: Provide a clear and transparent breakdown of project costs, including: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Development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Integration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Google Maps API Usage Costs (estimated)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Project Management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Training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Return on Investment (ROI) Analysis: Quantify the potential benefits of the Google Maps integration, such as: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Reduced fuel costs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dispatch efficiency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asset security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Increased customer satisfaction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Estimated ROI percentage and payback period.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Payment Terms: Outline the proposed payment schedule.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Proposal Review: Encourage Cummins to review the proposal thoroughly.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Q&amp;A Session: Offer to answer any questions Cummins may have.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Next Steps: Propose a follow-up meeting to discuss the proposal in more detail and address any concerns.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Call to Action: Request approval to proceed with the project and begin the Discovery &amp; Planning phase.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Contact Information: Provide contact information for key personnel at [Your Company Name].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Case studies of similar projects.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Detailed technical specifications.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Team member resumes.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Important Considerations for Customization: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Cummins-Specific Data: Replace the bracketed placeholders with specific information relevant to Cummins' operations and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Visuals: Incorporate visuals such as screenshots, diagrams, and charts to enhance the presentation.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Tailor to Audience: Adjust the level of technical detail based on the audience's technical expertise.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Practice: Rehearse the presentation thoroughly to ensure a smooth and confident delivery.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Be Prepared for Questions: Anticipate potential questions and prepare thoughtful answers.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Google Maps API Cost Estimation: Research and provide a realistic estimate of Google Maps API usage costs based on Cummins' anticipated usage patterns.  This is crucial for transparency.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Security: Emphasize the security measures you will implement to protect Cummins' data.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Scalability: Highlight the scalability of the solution to accommodate Cummins' future growth.</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Maintenance and Support: Clearly outline the ongoing maintenance and support services you will provide.</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9/12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Pricing &amp; Investment</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outline tailored for Cummins, focusing on Google Maps integration, with a pricing section using placeholder values. `markdown A Presentation for Cummins [Your Company Name] [Date]</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10/12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Team Introduction</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content outline tailored for a pitch meeting with Cummins, focusing on Google Maps integration, formatted in Markdown. A Proposal for Seamless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For Cummins: We understand your commitment to innovation and providing cutting-edge solutions in the technology industry. This proposal outlines how [Your Company Name] can seamlessly integrate Google Maps into your existing platforms, enhancing operational efficiency, customer experience, and data-driven decision-making.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Solution: We propose a tailored Google Maps integration strategy that addresses your specific needs, focusing on [mention specific area of Cummins business that will benefit, e.g., "optimizing logistics for your power generation equipment distribution network" or "enhancing the user experience for your connected solutions platform"].</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Benefits: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operational efficiency through optimized routing and resource allocation.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customer experience with real-time location tracking and personalized services.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Data-driven insights for strategic planning and performance optimization.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Scalable and future-proof solution built on Google's robust infrastructure.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Call to Action: We are confident that our expertise and proven track record in Google Maps integration will deliver significant value to Cummins. We request a follow-up meeting to discuss your specific requirements and tailor our solution further.</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Recognize: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Cummins' leadership in the technology industry and commitment to innovation.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The importance of location data in optimizing your operations and customer service.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The need for a scalable and reliable Google Maps integration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Specifically Addressing Your Interest in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understand your desire to leverage Google Maps for [mention specific use case Cummins expressed, e.g., "real-time tracking of service vehicles," "geofencing for equipment monitoring," or "visualizing equipment performance data on a map"].</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solution will be designed to seamlessly integrate with your existing systems and workflows.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Objectives Alignment: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Our proposed solution directly addresses your key objective of Google Maps integration.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will work closely with your team to ensure the integration meets your specific requirements and delivers measurable results.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Core Components: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Google Maps Platform APIs: Leveraging the full suite of Google Maps APIs (e.g., Maps JavaScript API, Directions API, Geocoding API, Places API) to create a customized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 Integration: Seamlessly integrating Google Maps data with your existing databases and systems (e.g., CRM, ERP, IoT platforms).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Custom Development: Developing custom features and functionalities to meet your specific needs (e.g., custom map overlays, geofencing alerts, real-time tracking dashboards).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Mobile Optimization: Ensuring the Google Maps integration is fully optimized for mobile devices, providing a seamless experience for your field teams and customers.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Specific Use Cases for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Optimized Logistics: Real-time tracking of delivery vehicles, optimized routing based on traffic conditions, and geofencing for delivery confirmations.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Customer Service: Location-based service recommendations, real-time tracking of service technicians, and personalized customer support.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Predictive Maintenance: Visualizing equipment performance data on a map, identifying potential maintenance issues based on location and usage patterns.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Asset Tracking: Real-time location tracking of high-value assets, geofencing for security alerts, and improved asset utilization.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Technology Stack:</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[List specific technologies you'll use, e.g., "JavaScript, Python, Node.js, Google Cloud Platform (GCP), REST APIs, SQL/NoSQL databases"].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We prioritize using industry-standard technologies to ensure scalability, maintainability, and security.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Quantifiable Results: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[Estimate percentage] reduction in logistics costs through optimized routing.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[Estimate percentage] increase in customer satisfaction through real-time tracking and personalized service.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[Estimate percentage] improvement in equipment uptime through predictive maintenance.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Strategic Advantages: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Improved operational efficiency and productivity.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Enhanced customer experience and loyalty.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Data-driven insights for strategic planning and decision-making.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Competitive advantage through innovative use of location intelligence.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Long-Term Value: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Scalable and future-proof solution that can adapt to your evolving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Ongoing support and maintenance to ensure optimal performance.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Continuous innovation and feature enhancements to keep you ahead of the curve.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[Your Company Name] is a leading provider of [Your Company's Specialization] with a proven track record of delivering successful Google Maps integration solutions for technology companies.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Dedicated Team for Cummins: We have assembled a dedicated team of experts with the skills and experience to deliver a successful Google Maps integration for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Key Team Members and Roles: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[Team Member Name], Project Manager:  Responsible for overall project planning, execution, and communication.  Ensures the project stays on schedule and within budget.  Experience managing complex technology integrations for enterprise clients.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[Team Member Name], Lead Google Maps Developer:  Expert in Google Maps Platform APIs, JavaScript, and front-end development.  Responsible for developing and implementing the Google Maps integration solution.  Deep understanding of location-based services and geospatial data.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[Team Member Name], Backend Engineer:  Responsible for backend development, data integration, and API development.  Experience with [mention specific technologies relevant to Cummins' existing systems, e.g., "Java, Python, AWS, Azure"].  Ensures seamless data flow between Google Maps and your existing systems.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[Team Member Name], Data Analyst:  Responsible for analyzing location data and providing insights to optimize your operations and customer service.  Experience with data visualization tools and statistical analysis.  Helps you unlock the full potential of your location data.</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[Team Member Name], UX/UI Designer:  Responsible for designing a user-friendly and intuitive interface for the Google Maps integration.  Ensures a seamless and engaging experience for your users.  Focuses on creating a visually appealing and functional interface.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[Team Member Name], Account Manager:  Your dedicated point of contact for all communication and support.  Ensures your satisfaction and provides ongoing support throughout the project lifecycle.  Builds a strong relationship with your team and understands your evolving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Why This Team is Right for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Deep expertise in Google Maps Platform APIs and location-based services.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Proven track record of delivering successful technology integrations for enterprise clients.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Strong understanding of the technology industry and Cummins' specific needs.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Dedicated team committed to your success.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Proposed Timeline: [Provide a realistic timeline for each phase of the project, e.g., "Phase 1: Discovery and Planning (2 weeks), Phase 2: Development and Integration (6 weeks), Phase 3: Testing and Deployment (2 weeks), Phase 4: Training and Support (Ongoing)"].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Investment: [Provide a clear and transparent breakdown of the project costs, including development, integration, and ongoing support].</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Payment Terms: [Outline your payment terms].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Value Proposition: We believe our proposed solution offers exceptional value for Cummins, delivering significant ROI through improved efficiency, enhanced customer experience, and data-driven insights.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[Case Study 1]: Brieflycompletion.chunk clients who can vouch for your expertise and professionalism.</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Schedule a follow-up meeting to discuss your specific requirements and tailor our solution further.</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Provide a detailed proposal with a customized scope of work and pricing.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Answer any questions you may have about our company, our team, or our proposed solution.</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Thank you for your time and consideration. We are excited about the opportunity to partner with Cummins and help you unlock the full potential of location intelligence.</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Important Considerations: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Customize: This is a template.  Fill in the bracketed information with specific details relevant to Cummins and your company.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Visuals:  Use visuals (charts, graphs, screenshots, mockups) throughout the presentation to make it more engaging and easier to understand.</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Practice:  Rehearse the presentation thoroughly to ensure a smooth and confident delivery.</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Questions: Be prepared to answer questions about your company, your solution, and your pricing.</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Focus on Value:  Continuously emphasize the value that your solution will bring to Cummins.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Tailor to the Audience: Research the individuals attending the meeting and tailor your presentation to their specific interests and concerns.</a:t>
            </a:r>
            <a:endParaRPr lang="en-US" sz="1800" dirty="0"/>
          </a:p>
          <a:p>
            <a:pPr>
              <a:lnSpc>
                <a:spcPts val="3200"/>
              </a:lnSpc>
            </a:pPr>
            <a:r>
              <a:rPr lang="en-US" sz="1800" dirty="0">
                <a:solidFill>
                  <a:srgbClr val="333333"/>
                </a:solidFill>
                <a:latin typeface="Arial" pitchFamily="34" charset="0"/>
                <a:ea typeface="Arial" pitchFamily="34" charset="-122"/>
                <a:cs typeface="Arial" pitchFamily="34" charset="-120"/>
              </a:rPr>
              <a:t>Leave-Behind Material: Prepare a concise and visually appealing leave-behind document that summarizes the key points of your presentation.</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11/12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Next Steps</a:t>
            </a:r>
            <a:endParaRPr lang="en-US" sz="2400" dirty="0"/>
          </a:p>
        </p:txBody>
      </p:sp>
      <p:sp>
        <p:nvSpPr>
          <p:cNvPr id="4" name="Text 2"/>
          <p:cNvSpPr/>
          <p:nvPr/>
        </p:nvSpPr>
        <p:spPr>
          <a:xfrm>
            <a:off x="457200" y="1097280"/>
            <a:ext cx="8229600" cy="4114800"/>
          </a:xfrm>
          <a:prstGeom prst="rect">
            <a:avLst/>
          </a:prstGeom>
          <a:noFill/>
          <a:ln/>
        </p:spPr>
        <p:txBody>
          <a:bodyPr wrap="square" rtlCol="0" anchor="ctr"/>
          <a:lstStyle/>
          <a:p>
            <a:pPr>
              <a:lnSpc>
                <a:spcPts val="3200"/>
              </a:lnSpc>
            </a:pPr>
            <a:r>
              <a:rPr lang="en-US" sz="1800" dirty="0">
                <a:solidFill>
                  <a:srgbClr val="333333"/>
                </a:solidFill>
                <a:latin typeface="Arial" pitchFamily="34" charset="0"/>
                <a:ea typeface="Arial" pitchFamily="34" charset="-122"/>
                <a:cs typeface="Arial" pitchFamily="34" charset="-120"/>
              </a:rPr>
              <a:t>Okay, here's a sales presentation content outline tailored for Cummins, focusing on Google Maps integration, formatted in Markdown: `markdown A Presentation for Cummins</a:t>
            </a:r>
            <a:endParaRPr lang="en-US" sz="1800" dirty="0"/>
          </a:p>
        </p:txBody>
      </p:sp>
      <p:sp>
        <p:nvSpPr>
          <p:cNvPr id="5" name="Text 3"/>
          <p:cNvSpPr/>
          <p:nvPr/>
        </p:nvSpPr>
        <p:spPr>
          <a:xfrm>
            <a:off x="8229600" y="5943600"/>
            <a:ext cx="457200" cy="274320"/>
          </a:xfrm>
          <a:prstGeom prst="rect">
            <a:avLst/>
          </a:prstGeom>
          <a:noFill/>
          <a:ln/>
        </p:spPr>
        <p:txBody>
          <a:bodyPr wrap="square" rtlCol="0" anchor="ctr"/>
          <a:lstStyle/>
          <a:p>
            <a:pPr algn="r" indent="0" marL="0">
              <a:buNone/>
            </a:pPr>
            <a:r>
              <a:rPr lang="en-US" sz="1000" dirty="0">
                <a:solidFill>
                  <a:srgbClr val="666666"/>
                </a:solidFill>
                <a:latin typeface="Arial" pitchFamily="34" charset="0"/>
                <a:ea typeface="Arial" pitchFamily="34" charset="-122"/>
                <a:cs typeface="Arial" pitchFamily="34" charset="-120"/>
              </a:rPr>
              <a:t>12/12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137160"/>
            <a:ext cx="9144000" cy="640080"/>
          </a:xfrm>
          <a:prstGeom prst="rect">
            <a:avLst/>
          </a:prstGeom>
          <a:solidFill>
            <a:srgbClr val="0F3C78"/>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Thank You</a:t>
            </a:r>
            <a:endParaRPr lang="en-US" sz="2400" dirty="0"/>
          </a:p>
        </p:txBody>
      </p:sp>
      <p:sp>
        <p:nvSpPr>
          <p:cNvPr id="4" name="Text 2"/>
          <p:cNvSpPr/>
          <p:nvPr/>
        </p:nvSpPr>
        <p:spPr>
          <a:xfrm>
            <a:off x="914400" y="1828800"/>
            <a:ext cx="7315200" cy="1828800"/>
          </a:xfrm>
          <a:prstGeom prst="rect">
            <a:avLst/>
          </a:prstGeom>
          <a:noFill/>
          <a:ln/>
        </p:spPr>
        <p:txBody>
          <a:bodyPr wrap="square" rtlCol="0" anchor="ctr"/>
          <a:lstStyle/>
          <a:p>
            <a:pPr algn="ctr" indent="0" marL="0">
              <a:lnSpc>
                <a:spcPts val="3200"/>
              </a:lnSpc>
              <a:buNone/>
            </a:pPr>
            <a:r>
              <a:rPr lang="en-US" sz="1800" dirty="0">
                <a:solidFill>
                  <a:srgbClr val="333333"/>
                </a:solidFill>
                <a:latin typeface="Arial" pitchFamily="34" charset="0"/>
                <a:ea typeface="Arial" pitchFamily="34" charset="-122"/>
                <a:cs typeface="Arial" pitchFamily="34" charset="-120"/>
              </a:rPr>
              <a:t>We appreciate your time and consideration.</a:t>
            </a:r>
            <a:endParaRPr lang="en-US" sz="1800" dirty="0"/>
          </a:p>
          <a:p>
            <a:pPr algn="ctr" indent="0" marL="0">
              <a:lnSpc>
                <a:spcPts val="3200"/>
              </a:lnSpc>
              <a:buNone/>
            </a:pPr>
            <a:r>
              <a:rPr lang="en-US" sz="1800" dirty="0">
                <a:solidFill>
                  <a:srgbClr val="333333"/>
                </a:solidFill>
                <a:latin typeface="Arial" pitchFamily="34" charset="0"/>
                <a:ea typeface="Arial" pitchFamily="34" charset="-122"/>
                <a:cs typeface="Arial" pitchFamily="34" charset="-120"/>
              </a:rPr>
              <a:t>For more information about our solutions for Cummins,</a:t>
            </a:r>
            <a:endParaRPr lang="en-US" sz="1800" dirty="0"/>
          </a:p>
          <a:p>
            <a:pPr algn="ctr" indent="0" marL="0">
              <a:lnSpc>
                <a:spcPts val="3200"/>
              </a:lnSpc>
              <a:buNone/>
            </a:pPr>
            <a:r>
              <a:rPr lang="en-US" sz="1800" dirty="0">
                <a:solidFill>
                  <a:srgbClr val="333333"/>
                </a:solidFill>
                <a:latin typeface="Arial" pitchFamily="34" charset="0"/>
                <a:ea typeface="Arial" pitchFamily="34" charset="-122"/>
                <a:cs typeface="Arial" pitchFamily="34" charset="-120"/>
              </a:rPr>
              <a:t>please don't hesitate to contact us.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Cummins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Cummins Presentation</dc:title>
  <dc:subject>technology</dc:subject>
  <dc:creator>AI Sales Agent</dc:creator>
  <cp:lastModifiedBy>AI Sales Agent</cp:lastModifiedBy>
  <cp:revision>1</cp:revision>
  <dcterms:created xsi:type="dcterms:W3CDTF">2025-04-06T09:31:52Z</dcterms:created>
  <dcterms:modified xsi:type="dcterms:W3CDTF">2025-04-06T09:31:52Z</dcterms:modified>
</cp:coreProperties>
</file>